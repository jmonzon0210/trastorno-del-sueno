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A9F253-0010-43A8-AE51-7933986AF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BB033E-345A-4148-83BF-E2A68643CC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04980F-28E0-498C-8B8A-2F376A407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F748-1F34-4531-B6C5-4745C20E52DF}" type="datetimeFigureOut">
              <a:rPr lang="es-ES" smtClean="0"/>
              <a:t>01/04/2025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8E8BB5-A724-47E3-BC1C-29C58303D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09B102-92DB-4846-9FDF-B74B0C5F5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5905E-1518-4FF4-A316-16A0983363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2804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CD2086-5058-4CB8-9EBE-56A40B41E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9A0237-F3A9-473C-9411-92765A2B9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E5E124-A200-4E3A-9593-D04977331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F748-1F34-4531-B6C5-4745C20E52DF}" type="datetimeFigureOut">
              <a:rPr lang="es-ES" smtClean="0"/>
              <a:t>01/04/2025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9844BA-ED9C-4796-8264-264BC6935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09EF1F-F749-4C8B-81DB-3071C5D11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5905E-1518-4FF4-A316-16A0983363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0210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564D62-E849-4089-BF05-F36EEC207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8C3F12-1E92-4682-8F60-A4418397B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B08E18-8A94-46DA-8339-B54F90C7A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F748-1F34-4531-B6C5-4745C20E52DF}" type="datetimeFigureOut">
              <a:rPr lang="es-ES" smtClean="0"/>
              <a:t>01/04/2025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7ACF29-018D-4188-86B0-B8FB222C9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8954ED-2CE6-4C89-BC0D-F5999212A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5905E-1518-4FF4-A316-16A0983363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12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D7EA57-A126-47DA-8F5F-105006694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65191E-ECFE-43A4-86C6-F6D72D54B6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051BDB-4FF4-4497-BAB7-7BF2E5A5B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48FB74-3046-445F-B216-98952DE3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F748-1F34-4531-B6C5-4745C20E52DF}" type="datetimeFigureOut">
              <a:rPr lang="es-ES" smtClean="0"/>
              <a:t>01/04/2025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EA7D22-B939-4C37-80CE-A3F8CA40C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FC818C-2382-4A0F-8117-94F8025DA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5905E-1518-4FF4-A316-16A0983363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5704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63BEC-D718-4AA6-86C1-C545CE7D7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8B19C5-932A-44C9-8CD8-C85CAF06D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C6EE7E6-3447-404B-831A-47AEBABD2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A7FA0CC-C28F-4954-A716-CBDEFEB71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D3CB17F-D495-4E4C-8F20-93646D672B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566A7B3-67EB-42EB-81F2-1E2A2A37C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F748-1F34-4531-B6C5-4745C20E52DF}" type="datetimeFigureOut">
              <a:rPr lang="es-ES" smtClean="0"/>
              <a:t>01/04/2025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75C7367-105F-49AE-873B-3999C3235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BE02F1A-22A9-454A-A66D-FE4673FA4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5905E-1518-4FF4-A316-16A0983363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186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761733-832C-47B7-8C74-EF451181E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D830D20-23A6-4A70-B309-2FC0F0157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F748-1F34-4531-B6C5-4745C20E52DF}" type="datetimeFigureOut">
              <a:rPr lang="es-ES" smtClean="0"/>
              <a:t>01/04/2025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897BF7C-E630-4FE6-B90C-BF1B1C984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2DD01A-EF49-4A2F-832C-0DAA2FAB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5905E-1518-4FF4-A316-16A0983363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6670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43BC529-FFD8-4C7A-B1E4-E2D53A508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F748-1F34-4531-B6C5-4745C20E52DF}" type="datetimeFigureOut">
              <a:rPr lang="es-ES" smtClean="0"/>
              <a:t>01/04/2025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446A5FC-3E9B-4DC0-A6D0-CFA3AF097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C0ED1D-D83F-4B1C-92D4-31070662D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5905E-1518-4FF4-A316-16A0983363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1446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9BCC3C-691E-42A0-BCC5-3F37B6D35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CAB8B2-06FA-48DF-BB84-16A880724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067E9E8-6E5B-477A-8123-0F2FDAFED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A5947B-53C0-4646-A366-082127531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F748-1F34-4531-B6C5-4745C20E52DF}" type="datetimeFigureOut">
              <a:rPr lang="es-ES" smtClean="0"/>
              <a:t>01/04/2025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9ABD2F-A7BD-4B55-B137-77F031AD2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4902A4-BC08-4D5A-BEEB-0AE3656EC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5905E-1518-4FF4-A316-16A0983363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2953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55453-B4B0-4C1F-929D-C8BB21E92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3B3AADC-4896-481F-A127-1D37943701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8471749-0332-4F96-BED5-902FAA751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765F41-DB5E-43B0-A0DF-F2F783676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F748-1F34-4531-B6C5-4745C20E52DF}" type="datetimeFigureOut">
              <a:rPr lang="es-ES" smtClean="0"/>
              <a:t>01/04/2025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5E7D95C-5594-49D1-962A-D0706D127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9D53D7-40D1-4E74-8A04-D081FD46E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5905E-1518-4FF4-A316-16A0983363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24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2F533-4D4D-4C60-8846-EA85BADB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C38766-304F-4DBE-9B61-09648F3CC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FD6F9C-0618-4ECE-AAB9-40A21E0DA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F748-1F34-4531-B6C5-4745C20E52DF}" type="datetimeFigureOut">
              <a:rPr lang="es-ES" smtClean="0"/>
              <a:t>01/04/2025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342201-D561-48BA-AB51-DDAEE157C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750158-56AD-486D-BFDB-7205BCE06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5905E-1518-4FF4-A316-16A0983363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9277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2D18392-F36D-46C9-9044-62C09FE12A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B1ED331-7B23-45C3-9D2F-C60E593A0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4446E2-1FB0-41A5-8AA9-7955AF8F3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F748-1F34-4531-B6C5-4745C20E52DF}" type="datetimeFigureOut">
              <a:rPr lang="es-ES" smtClean="0"/>
              <a:t>01/04/2025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80C004-2E67-4D21-AB46-95BCE702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6D6EF1-15F1-45FE-843F-28839286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5905E-1518-4FF4-A316-16A0983363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6468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395BE-EA8E-4028-BE0C-41238D0AB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16065F-E8FD-49A2-ADED-86297256D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3704A4-1B28-4DD2-9799-9ADAC8670D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FF748-1F34-4531-B6C5-4745C20E52DF}" type="datetimeFigureOut">
              <a:rPr lang="es-ES" smtClean="0"/>
              <a:t>01/04/2025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D0932D-A4E5-4E57-BF75-904FF5127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874297-9A4C-40B4-A8EB-011943128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5905E-1518-4FF4-A316-16A0983363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3940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AADC68C-9D58-45DC-A6EA-1729C82EF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62FEB2E-7CCA-4B38-87C8-A9CC318F5F9C}"/>
              </a:ext>
            </a:extLst>
          </p:cNvPr>
          <p:cNvSpPr txBox="1"/>
          <p:nvPr/>
        </p:nvSpPr>
        <p:spPr>
          <a:xfrm>
            <a:off x="3433544" y="5216576"/>
            <a:ext cx="536941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5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SleepDisorder-Detector</a:t>
            </a:r>
          </a:p>
        </p:txBody>
      </p:sp>
    </p:spTree>
    <p:extLst>
      <p:ext uri="{BB962C8B-B14F-4D97-AF65-F5344CB8AC3E}">
        <p14:creationId xmlns:p14="http://schemas.microsoft.com/office/powerpoint/2010/main" val="2698282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 Daniel</dc:creator>
  <cp:lastModifiedBy>Jose Daniel</cp:lastModifiedBy>
  <cp:revision>1</cp:revision>
  <dcterms:created xsi:type="dcterms:W3CDTF">2025-03-31T22:02:12Z</dcterms:created>
  <dcterms:modified xsi:type="dcterms:W3CDTF">2025-03-31T22:08:17Z</dcterms:modified>
</cp:coreProperties>
</file>